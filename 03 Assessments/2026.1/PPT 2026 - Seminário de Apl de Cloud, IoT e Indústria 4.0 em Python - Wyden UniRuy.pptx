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56" r:id="rId5"/>
    <p:sldId id="1448944842" r:id="rId6"/>
    <p:sldId id="1448944847" r:id="rId7"/>
    <p:sldId id="259" r:id="rId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348916" y="2559082"/>
            <a:ext cx="8482263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 fontScale="62500" lnSpcReduction="2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Seminário de </a:t>
            </a:r>
            <a:r>
              <a:rPr lang="pt-BR" sz="4000" b="1" dirty="0" err="1">
                <a:solidFill>
                  <a:schemeClr val="bg1"/>
                </a:solidFill>
              </a:rPr>
              <a:t>Apl</a:t>
            </a:r>
            <a:r>
              <a:rPr lang="pt-BR" sz="4000" b="1" dirty="0">
                <a:solidFill>
                  <a:schemeClr val="bg1"/>
                </a:solidFill>
              </a:rPr>
              <a:t> de Cloud, IoT e Indústria 4.0 em Python - 2026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3508916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Palestrante(s):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0DCBB5F1-1BA0-4EF0-8CDD-85ACE3E2E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286" y="66748"/>
            <a:ext cx="561685" cy="56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6DEC8EFF-F062-4886-BF7B-9D355954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487" y="59153"/>
            <a:ext cx="561684" cy="56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CE899B-90E9-4B56-BBFE-5406760AA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64" t="43957" r="33812" b="1"/>
          <a:stretch/>
        </p:blipFill>
        <p:spPr>
          <a:xfrm>
            <a:off x="7447962" y="1495940"/>
            <a:ext cx="849810" cy="452797"/>
          </a:xfrm>
          <a:prstGeom prst="rect">
            <a:avLst/>
          </a:prstGeom>
        </p:spPr>
      </p:pic>
      <p:pic>
        <p:nvPicPr>
          <p:cNvPr id="12" name="Gráfico 11" descr="Pódio estrutura de tópicos">
            <a:extLst>
              <a:ext uri="{FF2B5EF4-FFF2-40B4-BE49-F238E27FC236}">
                <a16:creationId xmlns:a16="http://schemas.microsoft.com/office/drawing/2014/main" id="{AA22EE61-D162-4749-B007-EFE949E00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7195" y="628432"/>
            <a:ext cx="699300" cy="699300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5905B5EA-6B88-4832-A971-1787EC3B3F0B}"/>
              </a:ext>
            </a:extLst>
          </p:cNvPr>
          <p:cNvSpPr txBox="1"/>
          <p:nvPr/>
        </p:nvSpPr>
        <p:spPr>
          <a:xfrm>
            <a:off x="7206423" y="1189232"/>
            <a:ext cx="1360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hangingPunct="1">
              <a:defRPr/>
            </a:pPr>
            <a:r>
              <a:rPr lang="pt-BR" sz="1200" kern="1200" dirty="0">
                <a:solidFill>
                  <a:prstClr val="black">
                    <a:lumMod val="65000"/>
                    <a:lumOff val="3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Circuitos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5E8087FC-230A-4E94-87FD-DF8DAF2AE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45" y="0"/>
            <a:ext cx="4171908" cy="2769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685754" eaLnBrk="1" hangingPunct="1">
              <a:defRPr/>
            </a:pPr>
            <a:r>
              <a:rPr lang="pt-BR" sz="1200" b="1" dirty="0">
                <a:solidFill>
                  <a:srgbClr val="663300"/>
                </a:solidFill>
                <a:latin typeface="Bookman Old Style" panose="02050604050505020204" pitchFamily="18" charset="0"/>
                <a:cs typeface="+mn-cs"/>
                <a:sym typeface="Gill Sans" charset="0"/>
              </a:rPr>
              <a:t>AGENDA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625603-C5B5-48EF-AE95-C4843C0F2FFF}"/>
              </a:ext>
            </a:extLst>
          </p:cNvPr>
          <p:cNvSpPr/>
          <p:nvPr/>
        </p:nvSpPr>
        <p:spPr>
          <a:xfrm>
            <a:off x="94520" y="277000"/>
            <a:ext cx="7111904" cy="2944396"/>
          </a:xfrm>
          <a:prstGeom prst="rect">
            <a:avLst/>
          </a:prstGeom>
          <a:grp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1"/>
            <a:endParaRPr lang="pt-BR" sz="1350" kern="1200">
              <a:solidFill>
                <a:prstClr val="white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46E0924-19D5-48A3-A437-7E97CC5DAE83}"/>
              </a:ext>
            </a:extLst>
          </p:cNvPr>
          <p:cNvSpPr/>
          <p:nvPr/>
        </p:nvSpPr>
        <p:spPr>
          <a:xfrm>
            <a:off x="94519" y="400769"/>
            <a:ext cx="6412604" cy="2944396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Concepção/Idealização do Projeto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Vista do Circuito (Imagem </a:t>
            </a:r>
            <a:r>
              <a:rPr lang="pt-BR" sz="1200" kern="120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do projeto)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Lista de Componentes Utilizados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Vista Esquemática do Circuito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Simulação do Projeto: Física ou Virtual (Plataforma)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Perguntas da Plateia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9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</p:txBody>
      </p:sp>
      <p:pic>
        <p:nvPicPr>
          <p:cNvPr id="22" name="Imagem 21" descr="Uma imagem contendo estrada, edifício, ao ar livre, rua&#10;&#10;Descrição gerada automaticamente">
            <a:extLst>
              <a:ext uri="{FF2B5EF4-FFF2-40B4-BE49-F238E27FC236}">
                <a16:creationId xmlns:a16="http://schemas.microsoft.com/office/drawing/2014/main" id="{F95CDA4E-FFC4-4AA7-B46E-B48E5324020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66" y="3464625"/>
            <a:ext cx="1614800" cy="1357210"/>
          </a:xfrm>
          <a:prstGeom prst="rect">
            <a:avLst/>
          </a:prstGeom>
        </p:spPr>
      </p:pic>
      <p:pic>
        <p:nvPicPr>
          <p:cNvPr id="23" name="Imagem 22" descr="Ponte por cima de entrada de estabelecimento&#10;&#10;Descrição gerada automaticamente com confiança média">
            <a:extLst>
              <a:ext uri="{FF2B5EF4-FFF2-40B4-BE49-F238E27FC236}">
                <a16:creationId xmlns:a16="http://schemas.microsoft.com/office/drawing/2014/main" id="{F0A82F93-B3B0-4B50-BB15-0F50D1CF3A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64625"/>
            <a:ext cx="1529517" cy="1278105"/>
          </a:xfrm>
          <a:prstGeom prst="rect">
            <a:avLst/>
          </a:prstGeom>
        </p:spPr>
      </p:pic>
      <p:pic>
        <p:nvPicPr>
          <p:cNvPr id="24" name="Imagem 23" descr="Loja com portas de vidro&#10;&#10;Descrição gerada automaticamente">
            <a:extLst>
              <a:ext uri="{FF2B5EF4-FFF2-40B4-BE49-F238E27FC236}">
                <a16:creationId xmlns:a16="http://schemas.microsoft.com/office/drawing/2014/main" id="{F441C86D-2E35-4447-B899-4FB2D2D25D1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702" y="3464625"/>
            <a:ext cx="1658964" cy="1398151"/>
          </a:xfrm>
          <a:prstGeom prst="rect">
            <a:avLst/>
          </a:prstGeom>
        </p:spPr>
      </p:pic>
      <p:pic>
        <p:nvPicPr>
          <p:cNvPr id="25" name="Imagem 15" descr="Texto, Logotipo&#10;&#10;Descrição gerada automaticamente">
            <a:extLst>
              <a:ext uri="{FF2B5EF4-FFF2-40B4-BE49-F238E27FC236}">
                <a16:creationId xmlns:a16="http://schemas.microsoft.com/office/drawing/2014/main" id="{270D1796-7301-4B25-83DD-5407881663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3453" y="3423684"/>
            <a:ext cx="1529517" cy="139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401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239" y="893135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Demonstração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E326A6FBD7C948AAF887265A2DB080" ma:contentTypeVersion="13" ma:contentTypeDescription="Crie um novo documento." ma:contentTypeScope="" ma:versionID="5629727caf6964b78819cfb788ada473">
  <xsd:schema xmlns:xsd="http://www.w3.org/2001/XMLSchema" xmlns:xs="http://www.w3.org/2001/XMLSchema" xmlns:p="http://schemas.microsoft.com/office/2006/metadata/properties" xmlns:ns2="bab2302b-9cf7-40b9-b316-803bc24ea342" xmlns:ns3="c298cbf6-df3b-44f4-88ee-2b3d9158f680" targetNamespace="http://schemas.microsoft.com/office/2006/metadata/properties" ma:root="true" ma:fieldsID="929990cc5bdd3bebd2af3f9d94cdeeec" ns2:_="" ns3:_="">
    <xsd:import namespace="bab2302b-9cf7-40b9-b316-803bc24ea342"/>
    <xsd:import namespace="c298cbf6-df3b-44f4-88ee-2b3d9158f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302b-9cf7-40b9-b316-803bc24ea3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cbf6-df3b-44f4-88ee-2b3d9158f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7BB859-CC6B-497C-9B96-0A0D80ADC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302b-9cf7-40b9-b316-803bc24ea342"/>
    <ds:schemaRef ds:uri="c298cbf6-df3b-44f4-88ee-2b3d9158f6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1A30F4-F1EA-4F98-A164-76D337EE556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57</Words>
  <Application>Microsoft Office PowerPoint</Application>
  <PresentationFormat>Apresentação na tela (16:9)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Big Shoulders Display Black</vt:lpstr>
      <vt:lpstr>Bookman Old Style</vt:lpstr>
      <vt:lpstr>Calibri</vt:lpstr>
      <vt:lpstr>Wingdings</vt:lpstr>
      <vt:lpstr>Office Theme</vt:lpstr>
      <vt:lpstr>Apresentação do PowerPoint</vt:lpstr>
      <vt:lpstr>Apresentação do PowerPoint</vt:lpstr>
      <vt:lpstr>Demonstração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Heleno Cardoso</cp:lastModifiedBy>
  <cp:revision>105</cp:revision>
  <dcterms:modified xsi:type="dcterms:W3CDTF">2026-03-19T19:16:12Z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0x010100E7E326A6FBD7C948AAF887265A2DB080</vt:lpwstr>
  </property>
</Properties>
</file>