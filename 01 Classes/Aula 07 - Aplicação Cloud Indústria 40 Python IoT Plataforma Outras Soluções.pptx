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91" r:id="rId3"/>
    <p:sldId id="347" r:id="rId4"/>
    <p:sldId id="348" r:id="rId5"/>
    <p:sldId id="349" r:id="rId6"/>
    <p:sldId id="350" r:id="rId7"/>
    <p:sldId id="351" r:id="rId8"/>
    <p:sldId id="352" r:id="rId9"/>
    <p:sldId id="353" r:id="rId10"/>
    <p:sldId id="359" r:id="rId11"/>
    <p:sldId id="360" r:id="rId12"/>
    <p:sldId id="361" r:id="rId13"/>
    <p:sldId id="362" r:id="rId14"/>
    <p:sldId id="354" r:id="rId15"/>
    <p:sldId id="355" r:id="rId16"/>
    <p:sldId id="356" r:id="rId17"/>
    <p:sldId id="358" r:id="rId18"/>
    <p:sldId id="357" r:id="rId19"/>
    <p:sldId id="333" r:id="rId20"/>
    <p:sldId id="323" r:id="rId21"/>
    <p:sldId id="345" r:id="rId22"/>
    <p:sldId id="337" r:id="rId23"/>
    <p:sldId id="309" r:id="rId2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289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7313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38032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3771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005201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89852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71828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7017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14974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06016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25303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7754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880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0007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0711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04839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35160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roups.google.com/forum/#!forum/python-brasil" TargetMode="External"/><Relationship Id="rId7" Type="http://schemas.openxmlformats.org/officeDocument/2006/relationships/hyperlink" Target="http://pythonbrasil.github.io/wiki/comunidades-locai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roups.google.com/forum/#!forum/flask-brasil" TargetMode="External"/><Relationship Id="rId5" Type="http://schemas.openxmlformats.org/officeDocument/2006/relationships/hyperlink" Target="https://groups.google.com/forum/#!forum/web2py-users-brazil" TargetMode="External"/><Relationship Id="rId4" Type="http://schemas.openxmlformats.org/officeDocument/2006/relationships/hyperlink" Target="https://groups.google.com/forum/#!forum/django-brasi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tbrains.com/pt-br/pycharm/download/#section=window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tbrains.com/pt-br/pycharm/download/#section=ma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ument?repid=rep1&amp;type=pdf&amp;doi=1f2ee3831eebfc97bfafd514ca2abb7e2c5c86bb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novatec.com.br/livros/padroes-projeto-python/" TargetMode="External"/><Relationship Id="rId5" Type="http://schemas.openxmlformats.org/officeDocument/2006/relationships/hyperlink" Target="https://refactoring.guru/pt-br/design-patterns/python" TargetMode="External"/><Relationship Id="rId4" Type="http://schemas.openxmlformats.org/officeDocument/2006/relationships/hyperlink" Target="https://www.jmlr.org/papers/volume13/desmedt12a/desmedt12a.pdf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mEmlnvBcBw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oyQ8jK24IW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tuttgart/pycep-correios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>
                <a:solidFill>
                  <a:schemeClr val="bg1"/>
                </a:solidFill>
              </a:rPr>
              <a:t>Aula 07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Outras Soluções em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Outras Soluções em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usada por empresas como Intel, NASA, Netflix, Spotify, IBM, uma das linguagens mais utilizadas em instituições financeiras e fintechs,  dentre outras.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É versátil, fácil de ler e usado para tudo, desde desenvolvimento web até aprendizado de máquina.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Usada em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indústria 4.0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442478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Comunidades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https://groups.google.com/forum/#!forum/python-brasil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Django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https://groups.google.com/forum/#!forum/django-brasil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Web2py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https://groups.google.com/forum/#!forum/web2py-users-brazil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https://groups.google.com/forum/#!forum/flask-brasil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Comunidades locais da comunidade Python ao redor do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http://pythonbrasil.github.io/wiki/comunidades-locais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34629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Windows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muito bom para quem deseja criar projetos grandes, além de auxiliar com o preenchimento automático dos códigos e até dá algumas dicas.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e instalação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link: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https://www.jetbrains.com/pt-br/pycharm/download/#section=windows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 está instalado executando o seguinte comando: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python3 –V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Executar o Python 3, basta rodar o comando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terminal.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75974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Linux Ubuntu/Debian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SO’s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baseados no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Ubuntu/Debian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já possuem 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pré-instalado, mas o comandos para instalá-lo pelo terminal é: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apt-get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apt-get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python3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python3 -V</a:t>
            </a:r>
          </a:p>
        </p:txBody>
      </p:sp>
    </p:spTree>
    <p:extLst>
      <p:ext uri="{BB962C8B-B14F-4D97-AF65-F5344CB8AC3E}">
        <p14:creationId xmlns:p14="http://schemas.microsoft.com/office/powerpoint/2010/main" val="111123974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MacOS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Temos duas opções, através 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Homebrew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fazemos: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python3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 caso você não utiliza 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baixar o instalador do Python através do seu site oficial,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https://www.jetbrains.com/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pt-br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/download/#section=mac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python3 -V</a:t>
            </a:r>
          </a:p>
        </p:txBody>
      </p:sp>
    </p:spTree>
    <p:extLst>
      <p:ext uri="{BB962C8B-B14F-4D97-AF65-F5344CB8AC3E}">
        <p14:creationId xmlns:p14="http://schemas.microsoft.com/office/powerpoint/2010/main" val="389428032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</a:t>
            </a:r>
            <a:r>
              <a:rPr lang="pt-BR" b="1" dirty="0" err="1">
                <a:solidFill>
                  <a:srgbClr val="0070C0"/>
                </a:solidFill>
              </a:rPr>
              <a:t>Jupyter</a:t>
            </a:r>
            <a:r>
              <a:rPr lang="pt-BR" b="1" dirty="0">
                <a:solidFill>
                  <a:srgbClr val="0070C0"/>
                </a:solidFill>
              </a:rPr>
              <a:t> - Data Science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Diferente do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 pouco mais pesado e ele vai ser indicado para trabalhar com análise de dados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ciência de dados, business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inteligence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https://jupyter.org/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76744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Automações em Python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Automatizar tarefas repetitivas e otimizar processos.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pt-BR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Automação web, busca na internet, preenchimento de formulário, etc.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BeautifulSoup</a:t>
            </a:r>
            <a:r>
              <a:rPr lang="pt-BR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Buscar informações de sites automaticamente, lembre-se que esta não é única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solução possível, é apenas o que recomendo hoje para estas tarefas.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Playwright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buscar informações online, automatizar processos dentro do navegador.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Pyautogui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para automatizar aplicativos dentro do seu computador, basicamente ele controla o mouse, o teclado e a tela, automação por meio de robôs.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urllib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essas são duas bibliotecas importantíssimas para interagir com sites online, buscar informações, interagir com API, etc.</a:t>
            </a:r>
          </a:p>
        </p:txBody>
      </p:sp>
    </p:spTree>
    <p:extLst>
      <p:ext uri="{BB962C8B-B14F-4D97-AF65-F5344CB8AC3E}">
        <p14:creationId xmlns:p14="http://schemas.microsoft.com/office/powerpoint/2010/main" val="350758056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Área de dados em Python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Pandas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Uma das funções do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permitir integrar o Python com o Excel, além de outras integrações com o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que consegue otimizar, trabalhando com um grande volume de dados.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Gráficos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Dominar bibliotecas de gráficos.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Para trabalhar com Dashboards você vai precisar integrar o Python com o Power BI ou utilizar bibliotecas especializadas do Python que podem ir além, criando pequenos sites visuais para sua apresentação.</a:t>
            </a:r>
          </a:p>
        </p:txBody>
      </p:sp>
    </p:spTree>
    <p:extLst>
      <p:ext uri="{BB962C8B-B14F-4D97-AF65-F5344CB8AC3E}">
        <p14:creationId xmlns:p14="http://schemas.microsoft.com/office/powerpoint/2010/main" val="554931909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29462"/>
            <a:ext cx="8865056" cy="390805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ScikitLearn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Esta é a primeira grande biblioteca de inteligência artificial, dependendo da área de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 você queira atuar vão existir outras bibliotecas como: </a:t>
            </a:r>
            <a:r>
              <a:rPr lang="pt-BR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Cada uma dessas bibliotecas é especializada em uma área diferente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TensorFlow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Nitk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33151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sistemas Web 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sites com Python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Frameworks que geralmente as empresas trabalham para a criação de sites e APIs: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ideal é que você domine muito bem pelo menos um deles e tenha uma boa noção do outro.</a:t>
            </a:r>
          </a:p>
        </p:txBody>
      </p:sp>
    </p:spTree>
    <p:extLst>
      <p:ext uri="{BB962C8B-B14F-4D97-AF65-F5344CB8AC3E}">
        <p14:creationId xmlns:p14="http://schemas.microsoft.com/office/powerpoint/2010/main" val="377156805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53846"/>
            <a:ext cx="8865056" cy="396925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sistemas para rodar dentro do computador – Aplicativos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No Python a mesma aplicação que faz o APP faz também o programa. Criar um único programa que consegue rodar no computador, no IOS, no androide, etc.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Kivy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Cria programas para rodar dentro do seu PC, aplicativos para celular, esta aplicação faz tanto a tela quanto a parte de códigos por trás e a parte visual.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Telas para rodar o seu código: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PyQTS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16784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python.exe -m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--upgrade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extensão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ipykernell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pandas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872884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pandas_datareader.data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web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3516574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52233"/>
            <a:ext cx="8865056" cy="403320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Bolsa Bovespa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yf.download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('^BVSP',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') 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yf.download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("^BVSP", start="2023-01-01", end="2024-12-31")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['Close'].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1800" dirty="0"/>
              <a:t>(</a:t>
            </a:r>
            <a:r>
              <a:rPr lang="pt-BR" sz="1800" dirty="0" err="1"/>
              <a:t>figsize</a:t>
            </a:r>
            <a:r>
              <a:rPr lang="pt-BR" sz="1800" dirty="0"/>
              <a:t>=(12,5))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("IBOVESPA - Fechamento")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plt.grid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plt.show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 =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 -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['Open']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ibov.sort_values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=['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'],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ascending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df.head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(10)    #df[:10]</a:t>
            </a:r>
          </a:p>
        </p:txBody>
      </p:sp>
    </p:spTree>
    <p:extLst>
      <p:ext uri="{BB962C8B-B14F-4D97-AF65-F5344CB8AC3E}">
        <p14:creationId xmlns:p14="http://schemas.microsoft.com/office/powerpoint/2010/main" val="3315575994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 Bolsa Google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yf.download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'GOOG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auto_adjust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#google['Dif'] = google['Close'] - google['Open’]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google.resample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('ME’).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3510491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8290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python.exe -m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--upgrade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extensão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ipykernell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pandas_datareader.data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web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yf.pdr_override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('^BVSP')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 -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['Open']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ibov.sort_values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ascending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[:10]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('GOOG')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#google['Dif'] = google['Close'] - google['Open']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google.resample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('M').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8803620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Python para desenvolvedores: aborda Python 3.3.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https://citeseerx.ist.psu.edu/document?repid=rep1&amp;type=pdf&amp;doi=1f2ee3831eebfc97bfafd514ca2abb7e2c5c86bb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Python.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https://www.jmlr.org/papers/volume13/desmedt12a/desmedt12a.pdf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https://refactoring.guru/pt-br/design-patterns/python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https://novatec.com.br/livros/padroes-projeto-python/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pt-BR" sz="20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Bolsa de Valores com Python | Minuto Data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Scienc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https://youtu.be/FmEmlnvBcBw</a:t>
            </a:r>
            <a:endParaRPr lang="pt-BR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Solução de PIX que Você Precisa Usar em seus Projetos. 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https://youtu.be/oyQ8jK24IWg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PyCEPCorreios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desenvolvida em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webservice dos Correios, O retorno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mstuttgart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pycep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-correios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 pip3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-correios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pycep_correios.exceptions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CEPInvalido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get_address_from_cep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('41720075') # CEP: 37503130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['logradouro']);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['bairro']);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['cidade'])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['complemento']);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['uf']);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['cep'])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except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('CEP Inválido',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sua própria rotina em Python para consultar a API do VIACEP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764297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59130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FONTENROSE, Joseph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Python. University of California Press, 1959.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 SMEDT, Tom; DAELEMANS, Walter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Pattern for python. The Journal of Machine Learning Research, v. 13, n. 1, p. 2063-2067, 2012.</a:t>
            </a: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Calibri" panose="020F0502020204030204" pitchFamily="34" charset="0"/>
              </a:rPr>
              <a:t>[3] </a:t>
            </a:r>
            <a:r>
              <a:rPr lang="pt-BR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BORGES, Luiz Eduardo</a:t>
            </a:r>
            <a:r>
              <a:rPr lang="pt-BR" sz="2000" dirty="0">
                <a:latin typeface="Calibri" panose="020F0502020204030204" pitchFamily="34" charset="0"/>
              </a:rPr>
              <a:t>. Python para desenvolvedores: aborda Python 3.3. </a:t>
            </a:r>
            <a:r>
              <a:rPr lang="pt-BR" sz="2000" dirty="0" err="1">
                <a:latin typeface="Calibri" panose="020F0502020204030204" pitchFamily="34" charset="0"/>
              </a:rPr>
              <a:t>Novatec</a:t>
            </a:r>
            <a:r>
              <a:rPr lang="pt-BR" sz="2000" dirty="0">
                <a:latin typeface="Calibri" panose="020F0502020204030204" pitchFamily="34" charset="0"/>
              </a:rPr>
              <a:t> Editora, 2014.</a:t>
            </a: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Calibri" panose="020F0502020204030204" pitchFamily="34" charset="0"/>
              </a:rPr>
              <a:t>[4] </a:t>
            </a:r>
            <a:r>
              <a:rPr lang="pt-BR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VAN ROSSUM, Guido; DRAKE JR, Fred L</a:t>
            </a:r>
            <a:r>
              <a:rPr lang="pt-BR" sz="2000" dirty="0">
                <a:latin typeface="Calibri" panose="020F0502020204030204" pitchFamily="34" charset="0"/>
              </a:rPr>
              <a:t>. Python tutorial. Amsterdam, The Netherlands: </a:t>
            </a:r>
            <a:r>
              <a:rPr lang="pt-BR" sz="2000" dirty="0" err="1">
                <a:latin typeface="Calibri" panose="020F0502020204030204" pitchFamily="34" charset="0"/>
              </a:rPr>
              <a:t>Centrum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voor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Wiskunde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en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Informatica</a:t>
            </a:r>
            <a:r>
              <a:rPr lang="pt-BR" sz="2000" dirty="0">
                <a:latin typeface="Calibri" panose="020F0502020204030204" pitchFamily="34" charset="0"/>
              </a:rPr>
              <a:t>, 1995.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3271</TotalTime>
  <Words>1626</Words>
  <Application>Microsoft Office PowerPoint</Application>
  <PresentationFormat>Apresentação na tela (16:9)</PresentationFormat>
  <Paragraphs>216</Paragraphs>
  <Slides>23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Times New Roman</vt:lpstr>
      <vt:lpstr>Wingdings</vt:lpstr>
      <vt:lpstr>Office Theme</vt:lpstr>
      <vt:lpstr>Aplicação Cloud Indústria 40 Python</vt:lpstr>
      <vt:lpstr> Aula 07  Outras Soluções em Python</vt:lpstr>
      <vt:lpstr>Outras Soluções em Python</vt:lpstr>
      <vt:lpstr>Comunidades Python</vt:lpstr>
      <vt:lpstr>Python no Windows</vt:lpstr>
      <vt:lpstr>Python no Linux Ubuntu/Debian</vt:lpstr>
      <vt:lpstr>Python no MacOS</vt:lpstr>
      <vt:lpstr>Python Jupyter - Data Science</vt:lpstr>
      <vt:lpstr>Áreas de Aplicações com Python</vt:lpstr>
      <vt:lpstr>Áreas de Aplicações com Python</vt:lpstr>
      <vt:lpstr>Áreas de Aplicações com Python</vt:lpstr>
      <vt:lpstr>Áreas de Aplicações com Python</vt:lpstr>
      <vt:lpstr>Áreas de Aplicações com Python</vt:lpstr>
      <vt:lpstr>Exemplo Python Financeiro</vt:lpstr>
      <vt:lpstr>Exemplo Python Financeiro</vt:lpstr>
      <vt:lpstr>Exemplo Python Financeiro</vt:lpstr>
      <vt:lpstr>Exemplo Python Financeiro</vt:lpstr>
      <vt:lpstr>Exemplo Python Financeiro</vt:lpstr>
      <vt:lpstr>Leitura Específica</vt:lpstr>
      <vt:lpstr>Aprenda+</vt:lpstr>
      <vt:lpstr>Dinâmica/Atividades</vt:lpstr>
      <vt:lpstr>Referências Bibliográficas</vt:lpstr>
      <vt:lpstr>Aplicação Cloud Indústria 40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768</cp:revision>
  <dcterms:created xsi:type="dcterms:W3CDTF">2020-03-17T20:12:34Z</dcterms:created>
  <dcterms:modified xsi:type="dcterms:W3CDTF">2026-04-22T19:54:09Z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