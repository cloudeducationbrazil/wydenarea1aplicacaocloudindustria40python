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346" r:id="rId4"/>
    <p:sldId id="347" r:id="rId5"/>
    <p:sldId id="349" r:id="rId6"/>
    <p:sldId id="350" r:id="rId7"/>
    <p:sldId id="348" r:id="rId8"/>
    <p:sldId id="331" r:id="rId9"/>
    <p:sldId id="351" r:id="rId10"/>
    <p:sldId id="355" r:id="rId11"/>
    <p:sldId id="352" r:id="rId12"/>
    <p:sldId id="354" r:id="rId13"/>
    <p:sldId id="353" r:id="rId14"/>
    <p:sldId id="356" r:id="rId15"/>
    <p:sldId id="357" r:id="rId16"/>
    <p:sldId id="358" r:id="rId17"/>
    <p:sldId id="359" r:id="rId18"/>
    <p:sldId id="333" r:id="rId19"/>
    <p:sldId id="323" r:id="rId20"/>
    <p:sldId id="345" r:id="rId21"/>
    <p:sldId id="360" r:id="rId22"/>
    <p:sldId id="361" r:id="rId23"/>
    <p:sldId id="337" r:id="rId24"/>
    <p:sldId id="309" r:id="rId2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8490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622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244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7126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637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8085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2899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5862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6762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1327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9861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1023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9895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0119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347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8960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reka.co/microsoft-azure-data-engineering-certification-cour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api/pyth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nsights.stackoverflow.com/survey/2021#most-popular-technologies-language" TargetMode="External"/><Relationship Id="rId4" Type="http://schemas.openxmlformats.org/officeDocument/2006/relationships/hyperlink" Target="https://spark.apache.org/documentation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sacademy.com.br/5-pacotes-python-que-todo-cientista-de-dados-deve-conhec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.dsacademy.com.br/top-25-bibliotecas-python-para-data_science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odesh.com/blog/carreiras/python-para-data-science-a-linguagem-mais-utilizada-na-area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bmc.com/blogs/python-big-data-analytic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Uw3DsDpQ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r-uOLxNrNk8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-setorial.com.br/blog/229-170-projetos-de-data-science-e-machine-learning-com-python-resolvidos-e-explicado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10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Integração Cloud com Big Data Parte 1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fornece um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grande número de bibliotecas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trabalhar em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Pode trabalhar também – em termos de desenvolvimento de código – usando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é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muito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 rápido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que qualquer outra linguagem de programação.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Esses dois aspectos estão permitindo que desenvolvedores em todo o mundo adotem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como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linguagem de escolha para projetos de 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requer muita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computação científica e análise de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39254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Alguns desenvolvedores dizem que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desempenho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melhor que o 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Agora quando está trabalhando com grande quantidade de dados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GBs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TBs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desempenho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quase o mesmo, enquanto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 de desenvolvimento é menor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quando trabalhando com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melhor coisa sobre o Python é que não há limitação de dados.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Pode-se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processar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até mesmo com uma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máquina simples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 um hardware comum, seu laptop, desktop e outros.</a:t>
            </a:r>
          </a:p>
        </p:txBody>
      </p:sp>
    </p:spTree>
    <p:extLst>
      <p:ext uri="{BB962C8B-B14F-4D97-AF65-F5344CB8AC3E}">
        <p14:creationId xmlns:p14="http://schemas.microsoft.com/office/powerpoint/2010/main" val="2422111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ser usado para escrever programas e aplicativos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acessar 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HDFS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usando o pacote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PyDoop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das maiores vantagens do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HDFS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Permite que se conecte a uma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instalação HDFS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leia e grave arquivos e obtenha informações sobre arquivos, diretórios e propriedades globais do sistema de arquivos sem problemas.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574794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permite resolver muitos problemas complexos com o mínimo de esforço de programação.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Conceitos avançados de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 'Contadores' e 'Leitores de registros', podem ser implementados em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usando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Certificações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https://www.edureka.co/microsoft-azure-data-engineering-certification-course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448645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Linguagens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</a:t>
            </a:r>
          </a:p>
        </p:txBody>
      </p:sp>
    </p:spTree>
    <p:extLst>
      <p:ext uri="{BB962C8B-B14F-4D97-AF65-F5344CB8AC3E}">
        <p14:creationId xmlns:p14="http://schemas.microsoft.com/office/powerpoint/2010/main" val="11746013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Formação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Entender como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Engenheiro de Big Data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 as tecnologias para resolução de problemas relacionados à dados;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Extrair e carregar tabelas a partir de arquivos, bases de dados e outras fontes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Acelerar o processamento de grandes bases de dados;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Planejar e implementar um projeto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Análise e Visualização de Dados.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Por que?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tarefas diárias de um cientista de dados envolvem muitas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atividades inter-relacionadas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 diferentes, como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estatísticas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relatórios visuais sobre esses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tarefas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também incluem 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modelos preditivos e explicativos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avaliando esses modelos em dados adicionais, integrando modelos em sistemas de produção, entre outros.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 uma gama diversificada de bibliotecas de código aberto para quase tudo que um Cientista de Dados faz em um dia normal.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56046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Por que?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preditivo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é, uma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 matemática, algoritmo,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pode ser aplicada a uma grande quantidade de dados variados.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ideia é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evidenciar padrões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capazes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apontar as próximas tendências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como se fosse possível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prever com eficiência o futuro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 forma matemática, com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 e estatística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de código aberto, alto nível, dinâmica, multiplataforma, modular, OO e usa um modelo baseado 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comunidade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desenvolvimento.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685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Vantagens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mais próxima da 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humana do que da máquina, tem muitas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 nativas e de terceiros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possui ampla aplicação em áreas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(Inteligência Artificial),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Além disso, pode ser utilizada não apenas por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profissionais de tecnologia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biólogos, professores e pesquisadores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geral.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Outro detalhe a ser observado é que 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cientistas de dados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utilizam muito uma ferramenta chamada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é muito útil por passar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respostas imediatas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cientista.</a:t>
            </a:r>
          </a:p>
        </p:txBody>
      </p:sp>
    </p:spTree>
    <p:extLst>
      <p:ext uri="{BB962C8B-B14F-4D97-AF65-F5344CB8AC3E}">
        <p14:creationId xmlns:p14="http://schemas.microsoft.com/office/powerpoint/2010/main" val="370926953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Veredito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84998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melhor escolha para usar com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https://spark.apache.org/docs/latest/api/python/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https://spark.apache.org/documentation.html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Java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mais adequado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 complexos e de grande escala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enquanto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melhor para </a:t>
            </a:r>
            <a:r>
              <a:rPr lang="pt-B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análise de dados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computação científica e </a:t>
            </a:r>
            <a:r>
              <a:rPr lang="pt-B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estrutura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escrita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no entanto, os programas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 ser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linguagem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https://insights.stackoverflow.com/survey/2021#most-popular-technologies-language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875782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Ecossistema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ecossistema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baseado em Python de software de código aberto para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matemática, ciências e engenharia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base N-dimensional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base N-dimensional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Compreensive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2D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Plotting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Enhanced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Console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Data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129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Empregabilidade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Atualmente,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de vagas é alto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bem como os salários pagos pelas empresas.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levantados junto ao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 vagas abertas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ao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Glassdoor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 as faixas salariais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respeito da categoria.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R$ 6.142,00 e média de 3.613 vagas, sendo 1.087 remotas.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R$ 7.210,00 e média de 2.976 vagas, sendo 890 remotas;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R$ 7.601,00 e média de 2.709 vagas, sendo 946 remotas.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33508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Cursos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Codecademy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Datacamp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FreeCodeCamp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JetBrains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Academy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Wagon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4074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Cursos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Platzi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Udacity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Udemy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Sirus.Education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Escola de Tecnologia, Experiência e Futuro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903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Outros Python com Big 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Pacotes 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Recursos Computacionais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https://blog.dsacademy.com.br/5-pacotes-python-que-todo-cientista-de-dados-deve-conhecer/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 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https://blog.dsacademy.com.br/top-25-bibliotecas-python-para-data_science/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24692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para Data Science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https://coodesh.com/blog/carreiras/python-para-data-science-a-linguagem-mais-utilizada-na-area/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for Big Data &amp; Analytics (Python is Perfect for Big Data)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https://www.bmc.com/blogs/python-big-data-analytics/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Using Python | Python 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https://youtu.be/cUw3DsDpQCE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Python - Course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Matplotlib, Seaborn)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https://youtu.be/r-uOLxNrNk8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Abertos (URL)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https://dados.gov.br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https://brasil.io/home/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https://www2.camara.leg.br/transparencia/dados-abertos/dados-abertos-legislativo/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https://dadosabertos.camara.leg.br/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https://senano.leg.br/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https://dados.df.gov.br/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https://patiodigital.prefeitura.sp.gov.br/</a:t>
            </a: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biblioteca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converter para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padrão eh ",", mas pode ser diferente, talvez necessário informar o encode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('/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sample_data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/california_housing_train.csv',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=',',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='cp1252') #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escolher um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aqruivo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# 5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primeiras linhas do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arq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ult.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ount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df.dtypes</a:t>
            </a: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['longitude'].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# atributos em colchetes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['longitude'].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758969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Link para </a:t>
            </a:r>
            <a:r>
              <a:rPr lang="en-US" b="1" dirty="0" err="1">
                <a:solidFill>
                  <a:srgbClr val="0070C0"/>
                </a:solidFill>
              </a:rPr>
              <a:t>Estudo</a:t>
            </a:r>
            <a:r>
              <a:rPr lang="en-US" b="1">
                <a:solidFill>
                  <a:srgbClr val="0070C0"/>
                </a:solidFill>
              </a:rPr>
              <a:t>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https://www.e-setorial.com.br/blog/229-170-projetos-de-data-science-e-machine-learning-com-python-resolvidos-e-explicados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86736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SIEGEL,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Idaltchion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Fabricio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Linguagem Python e suas aplicações em ciência de dados. 2018.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CIELEN, Davy; MEYSMAN, Arno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Introducing data science: big data, machine learning, and more, using Python tools. Simon and Schuster, 2016.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MARTÍNEZ BLANCO,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Miquel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Big Data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 Performance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2020. Trabalho de Conclusão de Curso.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Universitat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Politècnica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Catalunya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3291</TotalTime>
  <Words>1485</Words>
  <Application>Microsoft Office PowerPoint</Application>
  <PresentationFormat>Apresentação na tela (16:9)</PresentationFormat>
  <Paragraphs>174</Paragraphs>
  <Slides>24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10  Integração Cloud com Big Data Parte 1</vt:lpstr>
      <vt:lpstr>Python com Big Data</vt:lpstr>
      <vt:lpstr>Python com Big Data</vt:lpstr>
      <vt:lpstr>Python com Big Data</vt:lpstr>
      <vt:lpstr>Python com Big Data</vt:lpstr>
      <vt:lpstr>Linguagens com Big Data</vt:lpstr>
      <vt:lpstr>Formação Python com Big Data</vt:lpstr>
      <vt:lpstr>Por que? Python com Big Data</vt:lpstr>
      <vt:lpstr>Por que? Python com Big Data</vt:lpstr>
      <vt:lpstr>Vantagens Python com Big Data</vt:lpstr>
      <vt:lpstr>Veredito Python com Big Data</vt:lpstr>
      <vt:lpstr>Ecossistema Python com Big Data</vt:lpstr>
      <vt:lpstr>Empregabilidade Python com Big Data</vt:lpstr>
      <vt:lpstr>Cursos Python com Big Data</vt:lpstr>
      <vt:lpstr>Cursos Python com Big Data</vt:lpstr>
      <vt:lpstr>Outros Python com Big Data</vt:lpstr>
      <vt:lpstr>Leitura Específica</vt:lpstr>
      <vt:lpstr>Aprenda+</vt:lpstr>
      <vt:lpstr>Dinâmica/Atividades</vt:lpstr>
      <vt:lpstr>Dinâmica/Atividades</vt:lpstr>
      <vt:lpstr>Link para Estudo Python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804</cp:revision>
  <dcterms:created xsi:type="dcterms:W3CDTF">2020-03-17T20:12:34Z</dcterms:created>
  <dcterms:modified xsi:type="dcterms:W3CDTF">2026-05-14T14:14:41Z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