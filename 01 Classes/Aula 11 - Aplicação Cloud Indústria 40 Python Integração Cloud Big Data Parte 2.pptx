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91" r:id="rId3"/>
    <p:sldId id="362" r:id="rId4"/>
    <p:sldId id="364" r:id="rId5"/>
    <p:sldId id="346" r:id="rId6"/>
    <p:sldId id="361" r:id="rId7"/>
    <p:sldId id="363" r:id="rId8"/>
    <p:sldId id="374" r:id="rId9"/>
    <p:sldId id="365" r:id="rId10"/>
    <p:sldId id="366" r:id="rId11"/>
    <p:sldId id="367" r:id="rId12"/>
    <p:sldId id="373" r:id="rId13"/>
    <p:sldId id="368" r:id="rId14"/>
    <p:sldId id="369" r:id="rId15"/>
    <p:sldId id="370" r:id="rId16"/>
    <p:sldId id="371" r:id="rId17"/>
    <p:sldId id="372" r:id="rId18"/>
    <p:sldId id="333" r:id="rId19"/>
    <p:sldId id="323" r:id="rId20"/>
    <p:sldId id="360" r:id="rId21"/>
    <p:sldId id="337" r:id="rId22"/>
    <p:sldId id="309" r:id="rId2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082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2577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8490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0444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9878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6088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6507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1397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967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1065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2710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311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1903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528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5344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347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idatica.tech/o-pacote-numpy-python-para-machine-learn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instal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odesh.com/blog/carreiras/python-para-data-science-a-linguagem-mais-utilizada-na-area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bmc.com/blogs/python-big-data-analytics/" TargetMode="External"/><Relationship Id="rId4" Type="http://schemas.openxmlformats.org/officeDocument/2006/relationships/hyperlink" Target="https://plotly.com/python/histogram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Uw3DsDpQC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r-uOLxNrNk8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ados.gov.br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brasil.io/home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11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Integração Cloud com Big Data Parte 2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</a:t>
            </a:r>
            <a:r>
              <a:rPr lang="pt-BR" b="1" dirty="0" err="1">
                <a:solidFill>
                  <a:srgbClr val="0070C0"/>
                </a:solidFill>
              </a:rPr>
              <a:t>numpy</a:t>
            </a:r>
            <a:r>
              <a:rPr lang="pt-BR" b="1" dirty="0">
                <a:solidFill>
                  <a:srgbClr val="0070C0"/>
                </a:solidFill>
              </a:rPr>
              <a:t> – Google </a:t>
            </a:r>
            <a:r>
              <a:rPr lang="pt-BR" b="1" dirty="0" err="1">
                <a:solidFill>
                  <a:srgbClr val="0070C0"/>
                </a:solidFill>
              </a:rPr>
              <a:t>Colab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uma biblioteca para a linguagem de programação Python, que suporta o processamento de grandes,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multi-dimensionais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arranjos e matrizes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juntamente com uma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grande coleção de funções matemáticas de alto nível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operar sobre estas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multi-dimensões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dos principais pacotes da linguagem Python para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https://didatica.tech/o-pacote-numpy-python-para-machine-learning/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3036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</a:t>
            </a:r>
            <a:r>
              <a:rPr lang="pt-BR" b="1" dirty="0" err="1">
                <a:solidFill>
                  <a:srgbClr val="0070C0"/>
                </a:solidFill>
              </a:rPr>
              <a:t>numpy</a:t>
            </a:r>
            <a:r>
              <a:rPr lang="pt-BR" b="1" dirty="0">
                <a:solidFill>
                  <a:srgbClr val="0070C0"/>
                </a:solidFill>
              </a:rPr>
              <a:t> – Google </a:t>
            </a:r>
            <a:r>
              <a:rPr lang="pt-BR" b="1" dirty="0" err="1">
                <a:solidFill>
                  <a:srgbClr val="0070C0"/>
                </a:solidFill>
              </a:rPr>
              <a:t>Colab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200 +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.randn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[x for x in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))]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'-')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fill_between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195,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195),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facecolor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='g', alpha=0.6)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('Visualização Simples')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277529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05078"/>
            <a:ext cx="8865056" cy="40058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Realizar análises de dados utilizando 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extraindo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auxiliam nas tomada de decisões dentro das organizações.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Google Colab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https://jupyter.org/install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pydata.org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https://pandas.pydata.org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openpyxl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pypi.org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#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p/ criar gráficos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tensorflow.org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 usar 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interessante instalar o pacote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3925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41654"/>
            <a:ext cx="8865056" cy="389586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de Dados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Entender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 a missão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)/área de domínio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Ajuste de Dados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Tratamento/Limpeza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Exploratória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Correlação das Variáveis/Estatística Descritiva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Modelagem/Algoritmos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Definir um modelo, IA, se necessário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Quem ela tem que prevê? Y(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Interpretação de Resultados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Análise/Tomar Decisões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Previsões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Estimativas/Futuro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1895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80694"/>
            <a:ext cx="8865056" cy="409117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ETL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openpyxl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entidade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sample_data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/vendas.csv',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=';') #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enconding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='encode'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(entidade) 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só existe no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342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80694"/>
            <a:ext cx="8865056" cy="409117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Ajuste de Dados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Preparação do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limpeza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(entidade.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# 5 linhas;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início;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fim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entidade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[atributo].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ex.: entidade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[atributo].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%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entidade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[atributo].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 -&gt; ex.: entidade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[atributo].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795074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Análise Exploratória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#correlacao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entidade.corr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AI, fará outros cruzamentos entre as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variávies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(correlacao)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correlacao2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()[['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']] 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Filtrar por atributo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(correlacao2[['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']])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0283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3 - Continuação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o Gráfico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(correlacao2,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# criar o gráfico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Exibir o Gráfico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99951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Modelagem/Algoritmo = (IA, se necessário) -  dividir a base em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e X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Preparando a base de dados para o aprendizado da IA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Previsões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entidade['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  # IA =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/decorar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, linhas 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colunas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x = entidade['atributo 1', 'atributo 2', 'atributo 3', 'atributo 4']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=1) 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coluna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9038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Modelagem/Algoritmo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4 - Continuação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Treino70/30 Teste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60/40; 80/20) - 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atenção: 100% treino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Divisão Treino e Teste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split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foi para treino;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prática não precisa para não fixar a base treino –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didático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9657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Definir um modelo, criar o modelo e treinar o modelo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Importar a IA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redes neurais, regressão linear, arvore de decisão,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NeuralNetwork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sklearn.ensemble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a IA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modelo_regressaolinear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modelo_arvoredecisao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8411108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Treinar a IA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5 - Continuação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modelo_regressaolinear.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modelo_arvoredecisao.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y_treino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Resultado do modelo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4033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Interpretação de Resultados - Escolher o Melhor Modelo R2 -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a 100%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Escolher o melhor modelo, visualizar e fazer previsões (IA)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r2_score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previsao_regressaolinear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modelo_regressaolinear.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</a:t>
            </a:r>
          </a:p>
          <a:p>
            <a:pPr marL="0" indent="0" algn="just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previsao_arvoredecisao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modelo_arvoredecisao.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</a:t>
            </a:r>
            <a:endParaRPr lang="pt-B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previsao_regressaolinear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 regressão linear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previsao_arvoredecisao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previsão árvore de decisão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7794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Previsões – Entidade comparativa dos valores Y e modelos IA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entidade_aux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entidade vazia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entidade_aux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y_teste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entidade_aux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ArvoreDecisao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previsao_arvoredecisao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entidade_aux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RegressaoLinear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previsao_regressaolinear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Previsões - Plotando o gráfico comparativo dos valores Y e modelos IA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lineplot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entidade_aux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#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gráfico de linha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719446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Python com Big Data - Continuação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Previsões - Nova Base de Dados para Fazer Previsões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a coluna Y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entidade_nova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sample_data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/vendasNovo.csv',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=';')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entidade_nova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Fazendo Previsões com base na aprendizagem do modelo</a:t>
            </a:r>
          </a:p>
          <a:p>
            <a:pPr marL="0" indent="0" algn="just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modelo_arvoredecisao.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entidade_nova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previsao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https://www.kaggle.com/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685837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6156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para Data Science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https://coodesh.com/blog/carreiras/python-para-data-science-a-linguagem-mais-utilizada-na-area/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pt-B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Histogramas.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https://plotly.com/python/histograms/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for Big Data &amp; Analytics (Python is Perfect for Big Data)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https://www.bmc.com/blogs/python-big-data-analytics/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Using Python | Python Big Data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https://youtu.be/cUw3DsDpQCE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Python - Course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Matplotlib, Seaborn)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https://youtu.be/r-uOLxNrNk8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Selecionar um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fazer análises/previsões</a:t>
            </a:r>
          </a:p>
          <a:p>
            <a:pPr marL="0" indent="0" algn="just">
              <a:buNone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Abertos (URL)</a:t>
            </a:r>
          </a:p>
          <a:p>
            <a:pPr marL="0" indent="0" algn="just">
              <a:buNone/>
            </a:pP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https://dados.gov.br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https://brasil.io/home/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https://www.kaggle.com/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9695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SIEGEL,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Idaltchion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Fabricio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Linguagem Python e suas aplicações em ciência de dados. 2018.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CIELEN, Davy; MEYSMAN, Arno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Introducing data science: big data, machine learning, and more, using Python tools. Simon and Schuster, 2016.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MARTÍNEZ BLANCO,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Miquel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Big Data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 Performance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2020. Trabalho de Conclusão de Curso.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Universitat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Politècnica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Catalunya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4836</TotalTime>
  <Words>1572</Words>
  <Application>Microsoft Office PowerPoint</Application>
  <PresentationFormat>Apresentação na tela (16:9)</PresentationFormat>
  <Paragraphs>177</Paragraphs>
  <Slides>22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11  Integração Cloud com Big Data Parte 2</vt:lpstr>
      <vt:lpstr>Python com numpy – Google Colab</vt:lpstr>
      <vt:lpstr>Python com numpy – Google Colab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Python com Big Data - Continuação</vt:lpstr>
      <vt:lpstr>Leitura Específica</vt:lpstr>
      <vt:lpstr>Aprenda+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865</cp:revision>
  <dcterms:created xsi:type="dcterms:W3CDTF">2020-03-17T20:12:34Z</dcterms:created>
  <dcterms:modified xsi:type="dcterms:W3CDTF">2026-05-13T19:29:48Z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